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F3BA1115-5ECC-4734-ADB8-F4F6F454FC27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207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17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08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65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121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09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5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26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65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59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1921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492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2445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8569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335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920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92FBA-75A3-499A-91A6-FE34ECEDF2FA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9A86E1A-9E69-4DF4-891C-25030EA9E3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842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2400" b="1" dirty="0">
                <a:latin typeface="Agency FB" panose="020B0503020202020204" pitchFamily="34" charset="0"/>
              </a:rPr>
              <a:t>Проект «AccessEvent» — инклюзивная платформа мероприятий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7067" y="5347617"/>
            <a:ext cx="7766936" cy="1096899"/>
          </a:xfrm>
        </p:spPr>
        <p:txBody>
          <a:bodyPr/>
          <a:lstStyle/>
          <a:p>
            <a:pPr algn="ctr"/>
            <a:r>
              <a:rPr lang="ru-RU" dirty="0" smtClean="0"/>
              <a:t>Студент: Смыковский Андрей</a:t>
            </a:r>
          </a:p>
          <a:p>
            <a:pPr algn="ctr"/>
            <a:r>
              <a:rPr lang="ru-RU" dirty="0" smtClean="0"/>
              <a:t>Группа: 23-ИС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0520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 и цель проекта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Актуальность и цель проекта</a:t>
            </a:r>
          </a:p>
          <a:p>
            <a:r>
              <a:rPr lang="ru-RU" b="1" dirty="0"/>
              <a:t>Проблема:</a:t>
            </a:r>
            <a:r>
              <a:rPr lang="ru-RU" dirty="0"/>
              <a:t> Зачем нужен этот сайт? (Например: «Существующие сервисы не позволяют быстро находить доступные инклюзивные мероприятия»).</a:t>
            </a:r>
          </a:p>
          <a:p>
            <a:r>
              <a:rPr lang="ru-RU" b="1" dirty="0"/>
              <a:t>Цель проекта:</a:t>
            </a:r>
            <a:r>
              <a:rPr lang="ru-RU" dirty="0"/>
              <a:t> Разработать адаптивное веб-приложение с использованием Python/</a:t>
            </a:r>
            <a:r>
              <a:rPr lang="ru-RU" dirty="0" err="1"/>
              <a:t>Flask</a:t>
            </a:r>
            <a:r>
              <a:rPr lang="ru-RU" dirty="0"/>
              <a:t> и базы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8723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Технологический стек (Архитектура)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Среда разработки:</a:t>
            </a:r>
            <a:r>
              <a:rPr lang="ru-RU" dirty="0"/>
              <a:t> </a:t>
            </a:r>
            <a:r>
              <a:rPr lang="en-US" dirty="0"/>
              <a:t>Visual Studio </a:t>
            </a:r>
            <a:r>
              <a:rPr lang="en-US" dirty="0" smtClean="0"/>
              <a:t>Code</a:t>
            </a:r>
            <a:endParaRPr lang="en-US" dirty="0"/>
          </a:p>
          <a:p>
            <a:r>
              <a:rPr lang="ru-RU" b="1" dirty="0" err="1"/>
              <a:t>Бэкенд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en-US" dirty="0"/>
              <a:t>Python, Flask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2437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67" y="1311275"/>
            <a:ext cx="4553199" cy="2484220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065" y="1311275"/>
            <a:ext cx="3875928" cy="477899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68" y="4067175"/>
            <a:ext cx="4553199" cy="2397664"/>
          </a:xfrm>
          <a:prstGeom prst="rect">
            <a:avLst/>
          </a:prstGeom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 работы сайта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799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может сайт?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Программа может проводить регистрацию пользователя </a:t>
            </a:r>
          </a:p>
          <a:p>
            <a:r>
              <a:rPr lang="ru-RU" dirty="0" smtClean="0"/>
              <a:t>Показывать мероприятия</a:t>
            </a:r>
          </a:p>
          <a:p>
            <a:r>
              <a:rPr lang="ru-RU" dirty="0" smtClean="0"/>
              <a:t>Разграничение ролей пользователей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336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Проверки работоспособности приложения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700" y="3987800"/>
            <a:ext cx="4981576" cy="2801001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" y="1768475"/>
            <a:ext cx="4977947" cy="279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423616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</TotalTime>
  <Words>93</Words>
  <Application>Microsoft Office PowerPoint</Application>
  <PresentationFormat>Широкоэкранный</PresentationFormat>
  <Paragraphs>16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Agency FB</vt:lpstr>
      <vt:lpstr>Arial</vt:lpstr>
      <vt:lpstr>Trebuchet MS</vt:lpstr>
      <vt:lpstr>Wingdings 3</vt:lpstr>
      <vt:lpstr>Аспект</vt:lpstr>
      <vt:lpstr>Проект «AccessEvent» — инклюзивная платформа мероприятий </vt:lpstr>
      <vt:lpstr>Актуальность и цель проекта </vt:lpstr>
      <vt:lpstr>Технологический стек (Архитектура)</vt:lpstr>
      <vt:lpstr>Примеры работы сайта</vt:lpstr>
      <vt:lpstr>Что может сайт?</vt:lpstr>
      <vt:lpstr>Проверки работоспособности приложения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«AccessEvent» — инклюзивная платформа мероприятий</dc:title>
  <dc:creator>Student</dc:creator>
  <cp:lastModifiedBy>Student</cp:lastModifiedBy>
  <cp:revision>5</cp:revision>
  <dcterms:created xsi:type="dcterms:W3CDTF">2026-10-16T06:02:27Z</dcterms:created>
  <dcterms:modified xsi:type="dcterms:W3CDTF">2026-10-16T07:12:21Z</dcterms:modified>
</cp:coreProperties>
</file>